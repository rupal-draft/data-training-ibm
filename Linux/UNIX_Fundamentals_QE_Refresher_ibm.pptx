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UNIX Fundamentals for QE &amp; Data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 Refresher with Practical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UNIX?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UNIX is a powerful, multi-user, multi-tasking operating system</a:t>
            </a:r>
          </a:p>
          <a:p>
            <a:r>
              <a:t>Designed for efficiency, stability, and automation</a:t>
            </a:r>
          </a:p>
          <a:p>
            <a:r>
              <a:t>Widely used in servers, data platforms, and QA environments</a:t>
            </a:r>
          </a:p>
          <a:p>
            <a:r>
              <a:t>Foundation for Linux and macOS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vs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GUI: Uses icons, mouse clicks, and visual navigation</a:t>
            </a:r>
          </a:p>
          <a:p>
            <a:r>
              <a:t>Terminal (CLI): Uses text commands typed by the user</a:t>
            </a:r>
          </a:p>
          <a:p>
            <a:r>
              <a:t>Terminal is faster for repetitive and large-scale tasks</a:t>
            </a:r>
          </a:p>
          <a:p>
            <a:r>
              <a:t>Preferred for automation, remote servers, and data 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Terminal for QE &amp; Data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large files efficiently (GBs of data, logs)</a:t>
            </a:r>
          </a:p>
          <a:p>
            <a:r>
              <a:t>Easy automation using scripts</a:t>
            </a:r>
          </a:p>
          <a:p>
            <a:r>
              <a:t>Exact and repeatable execution of checks</a:t>
            </a:r>
          </a:p>
          <a:p>
            <a:r>
              <a:t>Most production systems do not have GUI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Need of Unix skills for Data Engineers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 is the foundation upon which efficient, scalable, and automated data systems are </a:t>
            </a:r>
            <a:r>
              <a:rPr lang="en-US" dirty="0" smtClean="0"/>
              <a:t>built</a:t>
            </a:r>
            <a:endParaRPr lang="en-US" dirty="0"/>
          </a:p>
          <a:p>
            <a:r>
              <a:rPr lang="en-US" dirty="0" smtClean="0"/>
              <a:t>parsing </a:t>
            </a:r>
            <a:r>
              <a:rPr lang="en-US" dirty="0"/>
              <a:t>massive logs in </a:t>
            </a:r>
            <a:r>
              <a:rPr lang="en-US" dirty="0" smtClean="0"/>
              <a:t>seconds</a:t>
            </a:r>
          </a:p>
          <a:p>
            <a:r>
              <a:rPr lang="en-US" dirty="0" smtClean="0"/>
              <a:t> </a:t>
            </a:r>
            <a:r>
              <a:rPr lang="en-US" dirty="0"/>
              <a:t>transferring datasets across </a:t>
            </a:r>
            <a:r>
              <a:rPr lang="en-US" dirty="0" smtClean="0"/>
              <a:t>environments</a:t>
            </a:r>
          </a:p>
          <a:p>
            <a:r>
              <a:rPr lang="en-US" dirty="0" smtClean="0"/>
              <a:t>scheduling </a:t>
            </a:r>
            <a:r>
              <a:rPr lang="en-US" dirty="0"/>
              <a:t>ETL </a:t>
            </a:r>
            <a:r>
              <a:rPr lang="en-US" dirty="0" smtClean="0"/>
              <a:t>jobs</a:t>
            </a:r>
          </a:p>
          <a:p>
            <a:r>
              <a:rPr lang="en-US" dirty="0" smtClean="0"/>
              <a:t>troubleshooting </a:t>
            </a:r>
            <a:r>
              <a:rPr lang="en-US" dirty="0"/>
              <a:t>issues in real-time.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16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UNIX from Data Quality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Validate structure, content, and consistency</a:t>
            </a:r>
          </a:p>
          <a:p>
            <a:r>
              <a:rPr dirty="0"/>
              <a:t>Perform column-level and file-level checks</a:t>
            </a:r>
          </a:p>
          <a:p>
            <a:r>
              <a:rPr dirty="0"/>
              <a:t>Compare source </a:t>
            </a:r>
            <a:r>
              <a:rPr dirty="0" err="1"/>
              <a:t>vs</a:t>
            </a:r>
            <a:r>
              <a:rPr dirty="0"/>
              <a:t> target data</a:t>
            </a:r>
          </a:p>
          <a:p>
            <a:r>
              <a:rPr dirty="0"/>
              <a:t>Automate checks for daily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6142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/>
              <a:t> Navigating the File </a:t>
            </a:r>
            <a:r>
              <a:rPr lang="en-IN" b="1" dirty="0" smtClean="0"/>
              <a:t>System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048823"/>
            <a:ext cx="7786048" cy="56287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sz="2400" dirty="0" err="1"/>
              <a:t>pwd</a:t>
            </a:r>
            <a:r>
              <a:rPr lang="en-US" sz="2400" dirty="0"/>
              <a:t> – Print the current working directory.</a:t>
            </a:r>
          </a:p>
          <a:p>
            <a:pPr fontAlgn="base">
              <a:spcAft>
                <a:spcPct val="0"/>
              </a:spcAft>
            </a:pPr>
            <a:r>
              <a:rPr lang="en-US" sz="2400" dirty="0" err="1"/>
              <a:t>ls</a:t>
            </a:r>
            <a:r>
              <a:rPr lang="en-US" sz="2400" dirty="0"/>
              <a:t> – List contents of a directory.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cd [</a:t>
            </a:r>
            <a:r>
              <a:rPr lang="en-US" sz="2400" dirty="0" err="1"/>
              <a:t>dir</a:t>
            </a:r>
            <a:r>
              <a:rPr lang="en-US" sz="2400" dirty="0"/>
              <a:t>] – Change to a different directory.</a:t>
            </a:r>
          </a:p>
          <a:p>
            <a:pPr fontAlgn="base">
              <a:spcAft>
                <a:spcPct val="0"/>
              </a:spcAft>
            </a:pPr>
            <a:r>
              <a:rPr lang="en-US" sz="2400" dirty="0" err="1"/>
              <a:t>mkdir</a:t>
            </a:r>
            <a:r>
              <a:rPr lang="en-US" sz="2400" dirty="0"/>
              <a:t> [</a:t>
            </a:r>
            <a:r>
              <a:rPr lang="en-US" sz="2400" dirty="0" err="1"/>
              <a:t>dir</a:t>
            </a:r>
            <a:r>
              <a:rPr lang="en-US" sz="2400" dirty="0"/>
              <a:t>] – Create a new directory.</a:t>
            </a:r>
          </a:p>
          <a:p>
            <a:pPr fontAlgn="base">
              <a:spcAft>
                <a:spcPct val="0"/>
              </a:spcAft>
            </a:pPr>
            <a:r>
              <a:rPr lang="en-US" sz="2400" dirty="0" err="1"/>
              <a:t>rm</a:t>
            </a:r>
            <a:r>
              <a:rPr lang="en-US" sz="2400" dirty="0"/>
              <a:t> [file/</a:t>
            </a:r>
            <a:r>
              <a:rPr lang="en-US" sz="2400" dirty="0" err="1"/>
              <a:t>dir</a:t>
            </a:r>
            <a:r>
              <a:rPr lang="en-US" sz="2400" dirty="0"/>
              <a:t>] – Remove files or directories (-r for recursive).</a:t>
            </a:r>
          </a:p>
          <a:p>
            <a:pPr fontAlgn="base">
              <a:spcAft>
                <a:spcPct val="0"/>
              </a:spcAft>
            </a:pPr>
            <a:r>
              <a:rPr lang="en-US" sz="2400" dirty="0" err="1"/>
              <a:t>cp</a:t>
            </a:r>
            <a:r>
              <a:rPr lang="en-US" sz="2400" dirty="0"/>
              <a:t> [</a:t>
            </a:r>
            <a:r>
              <a:rPr lang="en-US" sz="2400" dirty="0" err="1"/>
              <a:t>src</a:t>
            </a:r>
            <a:r>
              <a:rPr lang="en-US" sz="2400" dirty="0"/>
              <a:t>] [</a:t>
            </a:r>
            <a:r>
              <a:rPr lang="en-US" sz="2400" dirty="0" err="1"/>
              <a:t>dest</a:t>
            </a:r>
            <a:r>
              <a:rPr lang="en-US" sz="2400" dirty="0"/>
              <a:t>] – Copy files or directories.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mv [</a:t>
            </a:r>
            <a:r>
              <a:rPr lang="en-US" sz="2400" dirty="0" err="1"/>
              <a:t>src</a:t>
            </a:r>
            <a:r>
              <a:rPr lang="en-US" sz="2400" dirty="0"/>
              <a:t>] [</a:t>
            </a:r>
            <a:r>
              <a:rPr lang="en-US" sz="2400" dirty="0" err="1"/>
              <a:t>dest</a:t>
            </a:r>
            <a:r>
              <a:rPr lang="en-US" sz="2400" dirty="0"/>
              <a:t>] – Move or rename files/directories.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touch [file] – Create an empty file or update a timestamp.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cat [file] – View file content.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head [file] – View the first lines of a file.</a:t>
            </a:r>
          </a:p>
          <a:p>
            <a:pPr fontAlgn="base">
              <a:spcAft>
                <a:spcPct val="0"/>
              </a:spcAft>
            </a:pPr>
            <a:r>
              <a:rPr lang="en-US" sz="2400" dirty="0"/>
              <a:t>tail [file] – View the last lines of a file (use -f to monitor logs live).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3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 Search &amp; </a:t>
            </a:r>
            <a:r>
              <a:rPr lang="en-IN" b="1" dirty="0" smtClean="0"/>
              <a:t>Manipulation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3899" y="1141163"/>
            <a:ext cx="8639031" cy="54440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 err="1"/>
              <a:t>grep</a:t>
            </a:r>
            <a:r>
              <a:rPr lang="en-US" sz="2400" dirty="0"/>
              <a:t> 'pattern' [file] – Search for patterns in files.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find [</a:t>
            </a:r>
            <a:r>
              <a:rPr lang="en-US" sz="2400" dirty="0" err="1"/>
              <a:t>dir</a:t>
            </a:r>
            <a:r>
              <a:rPr lang="en-US" sz="2400" dirty="0"/>
              <a:t>] -name 'filename' – Search for files.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 err="1"/>
              <a:t>awk</a:t>
            </a:r>
            <a:r>
              <a:rPr lang="en-US" sz="2400" dirty="0"/>
              <a:t> '{print $1}' – Parse and process text line by line.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 err="1"/>
              <a:t>sed</a:t>
            </a:r>
            <a:r>
              <a:rPr lang="en-US" sz="2400" dirty="0"/>
              <a:t> 's/old/new/g' – Stream editor for replacing text.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cut -d',' -f2 – Cut specific fields from files (e.g., CSV).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sort – Sort file content.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 err="1"/>
              <a:t>uniq</a:t>
            </a:r>
            <a:r>
              <a:rPr lang="en-US" sz="2400" dirty="0"/>
              <a:t> – Remove duplicates (use with sort).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 err="1"/>
              <a:t>wc</a:t>
            </a:r>
            <a:r>
              <a:rPr lang="en-US" sz="2400" dirty="0"/>
              <a:t> -l [file] – Count lines, words, characters.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diff [file1] [file2] – Compare files line by line.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tee – Redirect output to a file and the terminal.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8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System Monitoring &amp; </a:t>
            </a:r>
            <a:r>
              <a:rPr lang="en-IN" sz="2200" b="1" dirty="0" smtClean="0"/>
              <a:t>Performance-</a:t>
            </a:r>
            <a:r>
              <a:rPr lang="en-US" sz="2200" dirty="0"/>
              <a:t>Understanding system performance helps identify bottlenecks in pipelines and </a:t>
            </a:r>
            <a:r>
              <a:rPr lang="en-US" sz="2200" dirty="0" smtClean="0"/>
              <a:t>jobs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199" y="1833658"/>
            <a:ext cx="8031707" cy="40590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top – Real-time system resource usage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ps</a:t>
            </a:r>
            <a:r>
              <a:rPr lang="en-US" sz="2400" dirty="0"/>
              <a:t> aux – List all running processes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kill [PID] – Terminate a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uptime – Show system uptime and load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df</a:t>
            </a:r>
            <a:r>
              <a:rPr lang="en-US" sz="2400" dirty="0"/>
              <a:t> -h – Disk space usage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du -</a:t>
            </a:r>
            <a:r>
              <a:rPr lang="en-US" sz="2400" dirty="0" err="1"/>
              <a:t>sh</a:t>
            </a:r>
            <a:r>
              <a:rPr lang="en-US" sz="2400" dirty="0"/>
              <a:t> [</a:t>
            </a:r>
            <a:r>
              <a:rPr lang="en-US" sz="2400" dirty="0" err="1"/>
              <a:t>dir</a:t>
            </a:r>
            <a:r>
              <a:rPr lang="en-US" sz="2400" dirty="0"/>
              <a:t>] – Directory size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free -m – Memory usage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lsof</a:t>
            </a:r>
            <a:r>
              <a:rPr lang="en-US" sz="2400" dirty="0"/>
              <a:t> – List open files and related processes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lscpu</a:t>
            </a:r>
            <a:r>
              <a:rPr lang="en-US" sz="2400" dirty="0"/>
              <a:t>, </a:t>
            </a:r>
            <a:r>
              <a:rPr lang="en-US" sz="2400" dirty="0" err="1"/>
              <a:t>lshw</a:t>
            </a:r>
            <a:r>
              <a:rPr lang="en-US" sz="2400" dirty="0"/>
              <a:t>, </a:t>
            </a:r>
            <a:r>
              <a:rPr lang="en-US" sz="2400" dirty="0" err="1"/>
              <a:t>lspci</a:t>
            </a:r>
            <a:r>
              <a:rPr lang="en-US" sz="2400" dirty="0"/>
              <a:t>, </a:t>
            </a:r>
            <a:r>
              <a:rPr lang="en-US" sz="2400" dirty="0" err="1"/>
              <a:t>lsusb</a:t>
            </a:r>
            <a:r>
              <a:rPr lang="en-US" sz="2400" dirty="0"/>
              <a:t> – Hardware inspection commands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7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912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b="1" dirty="0"/>
              <a:t>Networking </a:t>
            </a:r>
            <a:r>
              <a:rPr lang="en-IN" sz="3200" b="1" dirty="0" smtClean="0"/>
              <a:t>Tools :</a:t>
            </a:r>
            <a:r>
              <a:rPr lang="en-US" sz="2700" dirty="0" smtClean="0"/>
              <a:t>Crucial </a:t>
            </a:r>
            <a:r>
              <a:rPr lang="en-US" sz="2700" dirty="0"/>
              <a:t>when pulling data from APIs or working with distributed </a:t>
            </a:r>
            <a:r>
              <a:rPr lang="en-US" sz="2700" dirty="0" smtClean="0"/>
              <a:t>systems</a:t>
            </a:r>
            <a:endParaRPr lang="en-IN" sz="27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356607"/>
            <a:ext cx="7582460" cy="50131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ifconfig</a:t>
            </a:r>
            <a:r>
              <a:rPr lang="en-US" sz="2400" dirty="0"/>
              <a:t> / </a:t>
            </a:r>
            <a:r>
              <a:rPr lang="en-US" sz="2400" dirty="0" err="1"/>
              <a:t>ip</a:t>
            </a:r>
            <a:r>
              <a:rPr lang="en-US" sz="2400" dirty="0"/>
              <a:t> a – View and configure network interfaces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ping [host] – Test connectivity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netstat</a:t>
            </a:r>
            <a:r>
              <a:rPr lang="en-US" sz="2400" dirty="0"/>
              <a:t> -</a:t>
            </a:r>
            <a:r>
              <a:rPr lang="en-US" sz="2400" dirty="0" err="1"/>
              <a:t>tulnp</a:t>
            </a:r>
            <a:r>
              <a:rPr lang="en-US" sz="2400" dirty="0"/>
              <a:t> – Network connections and listening ports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nslookup</a:t>
            </a:r>
            <a:r>
              <a:rPr lang="en-US" sz="2400" dirty="0"/>
              <a:t> [domain] – DNS lookup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ssh</a:t>
            </a:r>
            <a:r>
              <a:rPr lang="en-US" sz="2400" dirty="0"/>
              <a:t> [</a:t>
            </a:r>
            <a:r>
              <a:rPr lang="en-US" sz="2400" dirty="0" err="1"/>
              <a:t>user@host</a:t>
            </a:r>
            <a:r>
              <a:rPr lang="en-US" sz="2400" dirty="0"/>
              <a:t>] – Connect to remote servers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scp</a:t>
            </a:r>
            <a:r>
              <a:rPr lang="en-US" sz="2400" dirty="0"/>
              <a:t> [</a:t>
            </a:r>
            <a:r>
              <a:rPr lang="en-US" sz="2400" dirty="0" err="1"/>
              <a:t>src</a:t>
            </a:r>
            <a:r>
              <a:rPr lang="en-US" sz="2400" dirty="0"/>
              <a:t>] [</a:t>
            </a:r>
            <a:r>
              <a:rPr lang="en-US" sz="2400" dirty="0" err="1"/>
              <a:t>user@host:dest</a:t>
            </a:r>
            <a:r>
              <a:rPr lang="en-US" sz="2400" dirty="0"/>
              <a:t>] – Secure file copy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rsync</a:t>
            </a:r>
            <a:r>
              <a:rPr lang="en-US" sz="2400" dirty="0"/>
              <a:t> -</a:t>
            </a:r>
            <a:r>
              <a:rPr lang="en-US" sz="2400" dirty="0" err="1"/>
              <a:t>av</a:t>
            </a:r>
            <a:r>
              <a:rPr lang="en-US" sz="2400" dirty="0"/>
              <a:t> [</a:t>
            </a:r>
            <a:r>
              <a:rPr lang="en-US" sz="2400" dirty="0" err="1"/>
              <a:t>src</a:t>
            </a:r>
            <a:r>
              <a:rPr lang="en-US" sz="2400" dirty="0"/>
              <a:t>] [</a:t>
            </a:r>
            <a:r>
              <a:rPr lang="en-US" sz="2400" dirty="0" err="1"/>
              <a:t>dest</a:t>
            </a:r>
            <a:r>
              <a:rPr lang="en-US" sz="2400" dirty="0"/>
              <a:t>] – Efficient file synchronization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curl [URL] – Transfer data from/to a server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wget</a:t>
            </a:r>
            <a:r>
              <a:rPr lang="en-US" sz="2400" dirty="0"/>
              <a:t> [URL] – Download files from the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iftop</a:t>
            </a:r>
            <a:r>
              <a:rPr lang="en-US" sz="2400" dirty="0"/>
              <a:t> – Monitor real-time bandwidth usage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nc</a:t>
            </a:r>
            <a:r>
              <a:rPr lang="en-US" sz="2400" dirty="0"/>
              <a:t> – Lightweight networking tool (debugging, file transfers).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25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File Archiving &amp; </a:t>
            </a:r>
            <a:r>
              <a:rPr lang="en-IN" sz="3200" dirty="0" smtClean="0"/>
              <a:t>Compression-</a:t>
            </a:r>
            <a:r>
              <a:rPr lang="en-US" sz="3200" dirty="0">
                <a:solidFill>
                  <a:srgbClr val="171717"/>
                </a:solidFill>
                <a:latin typeface="-apple-system"/>
              </a:rPr>
              <a:t> </a:t>
            </a:r>
            <a:r>
              <a:rPr lang="en-US" sz="2200" dirty="0">
                <a:solidFill>
                  <a:srgbClr val="171717"/>
                </a:solidFill>
                <a:latin typeface="-apple-system"/>
              </a:rPr>
              <a:t>Handling large datasets or transferring logs often requires compressing files</a:t>
            </a:r>
            <a:endParaRPr lang="en-IN" sz="22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4620" y="1741991"/>
            <a:ext cx="7676867" cy="2904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: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tar -</a:t>
            </a:r>
            <a:r>
              <a:rPr lang="en-US" sz="2400" dirty="0" err="1"/>
              <a:t>czf</a:t>
            </a:r>
            <a:r>
              <a:rPr lang="en-US" sz="2400" dirty="0"/>
              <a:t> archive.tar.gz [files] – Create a compressed tar archive.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tar -</a:t>
            </a:r>
            <a:r>
              <a:rPr lang="en-US" sz="2400" dirty="0" err="1"/>
              <a:t>xzf</a:t>
            </a:r>
            <a:r>
              <a:rPr lang="en-US" sz="2400" dirty="0"/>
              <a:t> archive.tar.gz – Extract a tar.gz archive.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gzip</a:t>
            </a:r>
            <a:r>
              <a:rPr lang="en-US" sz="2400" dirty="0"/>
              <a:t> [file] / </a:t>
            </a:r>
            <a:r>
              <a:rPr lang="en-US" sz="2400" dirty="0" err="1"/>
              <a:t>gunzip</a:t>
            </a:r>
            <a:r>
              <a:rPr lang="en-US" sz="2400" dirty="0"/>
              <a:t> [file.gz] – Compress/decompress using </a:t>
            </a:r>
            <a:r>
              <a:rPr lang="en-US" sz="2400" dirty="0" err="1"/>
              <a:t>gzip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zip [archive.zip] [file] / unzip [archive.zip] – Zip utilities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17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Automation &amp; </a:t>
            </a:r>
            <a:r>
              <a:rPr lang="en-IN" b="1" dirty="0" smtClean="0"/>
              <a:t>Scheduling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48018" y="1330370"/>
            <a:ext cx="8482083" cy="2581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crontab</a:t>
            </a:r>
            <a:r>
              <a:rPr lang="en-US" sz="2400" dirty="0"/>
              <a:t> -e – Schedule scripts (e.g., ETL jobs).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nohup</a:t>
            </a:r>
            <a:r>
              <a:rPr lang="en-US" sz="2400" dirty="0"/>
              <a:t> [command] &amp; – Run long processes immune to terminal closure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alias </a:t>
            </a:r>
            <a:r>
              <a:rPr lang="en-US" sz="2400" dirty="0" err="1"/>
              <a:t>ll</a:t>
            </a:r>
            <a:r>
              <a:rPr lang="en-US" sz="2400" dirty="0"/>
              <a:t>='</a:t>
            </a:r>
            <a:r>
              <a:rPr lang="en-US" sz="2400" dirty="0" err="1"/>
              <a:t>ls</a:t>
            </a:r>
            <a:r>
              <a:rPr lang="en-US" sz="2400" dirty="0"/>
              <a:t> -</a:t>
            </a:r>
            <a:r>
              <a:rPr lang="en-US" sz="2400" dirty="0" err="1"/>
              <a:t>alF</a:t>
            </a:r>
            <a:r>
              <a:rPr lang="en-US" sz="2400" dirty="0"/>
              <a:t>' – Create command shortcuts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source script.sh – Run a script in the current shell session.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75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 Permissions &amp; User </a:t>
            </a:r>
            <a:r>
              <a:rPr lang="en-IN" sz="3200" b="1" dirty="0" smtClean="0"/>
              <a:t>Management-</a:t>
            </a:r>
            <a:r>
              <a:rPr lang="en-US" sz="3200" dirty="0"/>
              <a:t> </a:t>
            </a:r>
            <a:r>
              <a:rPr lang="en-US" sz="2000" dirty="0"/>
              <a:t>Access control is critical when working in shared or production </a:t>
            </a:r>
            <a:r>
              <a:rPr lang="en-US" sz="2000" dirty="0" smtClean="0"/>
              <a:t>environments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2484" y="1616134"/>
            <a:ext cx="8099946" cy="3320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sudo</a:t>
            </a:r>
            <a:r>
              <a:rPr lang="en-US" sz="2400" dirty="0"/>
              <a:t> [command] – Run with admin privileges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su</a:t>
            </a:r>
            <a:r>
              <a:rPr lang="en-US" sz="2400" dirty="0"/>
              <a:t> [user] – Switch user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chmod</a:t>
            </a:r>
            <a:r>
              <a:rPr lang="en-US" sz="2400" dirty="0"/>
              <a:t> 755 [file] – Change file permissions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chown</a:t>
            </a:r>
            <a:r>
              <a:rPr lang="en-US" sz="2400" dirty="0"/>
              <a:t> </a:t>
            </a:r>
            <a:r>
              <a:rPr lang="en-US" sz="2400" dirty="0" err="1"/>
              <a:t>user:group</a:t>
            </a:r>
            <a:r>
              <a:rPr lang="en-US" sz="2400" dirty="0"/>
              <a:t> [file] – Change ownership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 err="1"/>
              <a:t>chgrp</a:t>
            </a:r>
            <a:r>
              <a:rPr lang="en-US" sz="2400" dirty="0"/>
              <a:t> [group] [file] – Change group ownership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who – Show logged-in users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-apple-system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381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Utilities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772104"/>
            <a:ext cx="8072651" cy="4182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 [command]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View command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which [command]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Show command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history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Show previously run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Display or set system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Calendar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shutdown now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/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reboot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/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halt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Power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locate [file]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Quickly find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updatedb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Update database for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locate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171717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34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UNIX focuses on text, not file extensions</a:t>
            </a:r>
          </a:p>
          <a:p>
            <a:r>
              <a:t>Terminal enables speed, accuracy, and automation</a:t>
            </a:r>
          </a:p>
          <a:p>
            <a:r>
              <a:t>awk is a core skill for QE &amp; Data Engineering</a:t>
            </a:r>
          </a:p>
          <a:p>
            <a:r>
              <a:t>Conceptual clarity leads to confident usage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310</Words>
  <Application>Microsoft Office PowerPoint</Application>
  <PresentationFormat>On-screen Show (4:3)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Office Theme</vt:lpstr>
      <vt:lpstr>UNIX Fundamentals for QE &amp; Data Engineering</vt:lpstr>
      <vt:lpstr>What is UNIX?</vt:lpstr>
      <vt:lpstr>Terminal vs GUI</vt:lpstr>
      <vt:lpstr>Why Terminal for QE &amp; Data Teams</vt:lpstr>
      <vt:lpstr>Need of Unix skills for Data Engineers</vt:lpstr>
      <vt:lpstr>UNIX from Data Quality Perspective</vt:lpstr>
      <vt:lpstr> Navigating the File System</vt:lpstr>
      <vt:lpstr>Data Search &amp; Manipulation</vt:lpstr>
      <vt:lpstr>System Monitoring &amp; Performance-Understanding system performance helps identify bottlenecks in pipelines and jobs</vt:lpstr>
      <vt:lpstr>Networking Tools :Crucial when pulling data from APIs or working with distributed systems</vt:lpstr>
      <vt:lpstr>File Archiving &amp; Compression- Handling large datasets or transferring logs often requires compressing files</vt:lpstr>
      <vt:lpstr>Automation &amp; Scheduling</vt:lpstr>
      <vt:lpstr> Permissions &amp; User Management- Access control is critical when working in shared or production environments</vt:lpstr>
      <vt:lpstr>System Utilities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Fundamentals for QE &amp; Data Engineering</dc:title>
  <dc:subject/>
  <dc:creator>URMILA</dc:creator>
  <cp:keywords/>
  <dc:description>generated using python-pptx</dc:description>
  <cp:lastModifiedBy>URMILA</cp:lastModifiedBy>
  <cp:revision>14</cp:revision>
  <dcterms:created xsi:type="dcterms:W3CDTF">2013-01-27T09:14:16Z</dcterms:created>
  <dcterms:modified xsi:type="dcterms:W3CDTF">2025-12-23T10:18:22Z</dcterms:modified>
  <cp:category/>
</cp:coreProperties>
</file>